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36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D1 解释泰坦尼克号预测错误</a:t>
            </a:r>
          </a:p>
          <a:p>
            <a:r>
              <a:rPr sz="1200">
                <a:solidFill>
                  <a:srgbClr val="5A5A5A"/>
                </a:solidFill>
                <a:latin typeface="Microsoft YaHei"/>
              </a:rPr>
              <a:t>3 分钟答辩 · 贴合 train.py、metrics.json、errors.csv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6492240" cy="452628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649224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97864"/>
            <a:ext cx="6172200" cy="434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323"/>
                </a:solidFill>
                <a:latin typeface="Arial"/>
              </a:rPr>
              <a:t>题目与数据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使用者：准备历史展览、想解释模型局限的博物馆教育团队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真实输入：Kaggle Titanic train.csv，891 行、12 列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核心目标：比较多数类基线与随机森林候选模型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边界：这是历史观察数据分析，不是现代救援决策，也不能证明因果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这次结果里，候选模型比基线更好，但仍然会错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1091530"/>
            <a:ext cx="4297680" cy="205740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91400" y="1091530"/>
            <a:ext cx="4297680" cy="109728"/>
          </a:xfrm>
          <a:prstGeom prst="rect">
            <a:avLst/>
          </a:prstGeom>
          <a:solidFill>
            <a:srgbClr val="AA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74280" y="1237834"/>
            <a:ext cx="397764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dirty="0" err="1">
                <a:solidFill>
                  <a:srgbClr val="232323"/>
                </a:solidFill>
                <a:latin typeface="Arial"/>
              </a:rPr>
              <a:t>本次文件</a:t>
            </a:r>
            <a:endParaRPr sz="1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train.py：主程序与模型</a:t>
            </a:r>
            <a:endParaRPr sz="1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metrics.json：完整指标</a:t>
            </a:r>
            <a:endParaRPr sz="1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errors.csv：真实错分样本</a:t>
            </a:r>
            <a:endParaRPr sz="1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report.md：书面报告</a:t>
            </a:r>
            <a:endParaRPr sz="14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1. 从真实乘客输入追踪到预测输出</a:t>
            </a:r>
          </a:p>
          <a:p>
            <a:r>
              <a:rPr sz="1200">
                <a:solidFill>
                  <a:srgbClr val="5A5A5A"/>
                </a:solidFill>
                <a:latin typeface="Microsoft YaHei"/>
              </a:rPr>
              <a:t>示例样本来自 errors.csv：PassengerId 502, Canavan, Miss. 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5623560" cy="475488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562356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133856"/>
            <a:ext cx="5290794" cy="4042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232323"/>
                </a:solidFill>
                <a:latin typeface="Arial"/>
              </a:rPr>
              <a:t>流程</a:t>
            </a:r>
            <a:endParaRPr sz="24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1)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load_frame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读取</a:t>
            </a:r>
            <a:r>
              <a:rPr dirty="0">
                <a:solidFill>
                  <a:srgbClr val="232323"/>
                </a:solidFill>
                <a:latin typeface="Microsoft YaHei"/>
              </a:rPr>
              <a:t> data/raw/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train.csv；verify_real_data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检查</a:t>
            </a:r>
            <a:r>
              <a:rPr dirty="0">
                <a:solidFill>
                  <a:srgbClr val="232323"/>
                </a:solidFill>
                <a:latin typeface="Microsoft YaHei"/>
              </a:rPr>
              <a:t> 891 行、12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列和标签计数</a:t>
            </a:r>
            <a:endParaRPr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2)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make_xy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取出特征列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Pclass</a:t>
            </a:r>
            <a:r>
              <a:rPr dirty="0">
                <a:solidFill>
                  <a:srgbClr val="232323"/>
                </a:solidFill>
                <a:latin typeface="Microsoft YaHei"/>
              </a:rPr>
              <a:t>, Sex, Age,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SibSp</a:t>
            </a:r>
            <a:r>
              <a:rPr dirty="0">
                <a:solidFill>
                  <a:srgbClr val="232323"/>
                </a:solidFill>
                <a:latin typeface="Microsoft YaHei"/>
              </a:rPr>
              <a:t>, Parch, Fare, Embarked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和标签</a:t>
            </a:r>
            <a:r>
              <a:rPr dirty="0">
                <a:solidFill>
                  <a:srgbClr val="232323"/>
                </a:solidFill>
                <a:latin typeface="Microsoft YaHei"/>
              </a:rPr>
              <a:t> Survived</a:t>
            </a: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3)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make_split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用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random_state</a:t>
            </a:r>
            <a:r>
              <a:rPr dirty="0">
                <a:solidFill>
                  <a:srgbClr val="232323"/>
                </a:solidFill>
                <a:latin typeface="Microsoft YaHei"/>
              </a:rPr>
              <a:t>=42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分层划分，样本进入训练集或测试集</a:t>
            </a:r>
            <a:endParaRPr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4) preprocessor()：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数值列用中位数补缺失；类别列用众数补缺失并做</a:t>
            </a:r>
            <a:r>
              <a:rPr dirty="0">
                <a:solidFill>
                  <a:srgbClr val="232323"/>
                </a:solidFill>
                <a:latin typeface="Microsoft YaHei"/>
              </a:rPr>
              <a:t> one-hot</a:t>
            </a: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5)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build_baseline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的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DummyClassifier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永远猜多数类；build_candidate</a:t>
            </a:r>
            <a:r>
              <a:rPr dirty="0">
                <a:solidFill>
                  <a:srgbClr val="232323"/>
                </a:solidFill>
                <a:latin typeface="Microsoft YaHei"/>
              </a:rPr>
              <a:t>() 的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RandomForestClassifier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用训练集学习后再</a:t>
            </a:r>
            <a:r>
              <a:rPr dirty="0">
                <a:solidFill>
                  <a:srgbClr val="232323"/>
                </a:solidFill>
                <a:latin typeface="Microsoft YaHei"/>
              </a:rPr>
              <a:t> predict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987552"/>
            <a:ext cx="5303520" cy="201168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55080" y="987552"/>
            <a:ext cx="5303520" cy="109728"/>
          </a:xfrm>
          <a:prstGeom prst="rect">
            <a:avLst/>
          </a:prstGeom>
          <a:solidFill>
            <a:srgbClr val="AA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133856"/>
            <a:ext cx="493776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232323"/>
                </a:solidFill>
                <a:latin typeface="Arial"/>
              </a:rPr>
              <a:t>这个样本最后怎么变成结果</a:t>
            </a:r>
            <a:endParaRPr sz="24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errors.csv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记录到：source_row</a:t>
            </a:r>
            <a:r>
              <a:rPr dirty="0">
                <a:solidFill>
                  <a:srgbClr val="232323"/>
                </a:solidFill>
                <a:latin typeface="Microsoft YaHei"/>
              </a:rPr>
              <a:t> 501 /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PassengerId</a:t>
            </a:r>
            <a:r>
              <a:rPr dirty="0">
                <a:solidFill>
                  <a:srgbClr val="232323"/>
                </a:solidFill>
                <a:latin typeface="Microsoft YaHei"/>
              </a:rPr>
              <a:t> 502</a:t>
            </a:r>
          </a:p>
          <a:p>
            <a:pPr>
              <a:spcAft>
                <a:spcPts val="500"/>
              </a:spcAft>
            </a:pPr>
            <a:r>
              <a:rPr dirty="0" err="1">
                <a:solidFill>
                  <a:srgbClr val="232323"/>
                </a:solidFill>
                <a:latin typeface="Microsoft YaHei"/>
              </a:rPr>
              <a:t>真实值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true_survived</a:t>
            </a:r>
            <a:r>
              <a:rPr dirty="0">
                <a:solidFill>
                  <a:srgbClr val="232323"/>
                </a:solidFill>
                <a:latin typeface="Microsoft YaHei"/>
              </a:rPr>
              <a:t> = 0</a:t>
            </a:r>
          </a:p>
          <a:p>
            <a:pPr>
              <a:spcAft>
                <a:spcPts val="500"/>
              </a:spcAft>
            </a:pPr>
            <a:r>
              <a:rPr dirty="0" err="1">
                <a:solidFill>
                  <a:srgbClr val="232323"/>
                </a:solidFill>
                <a:latin typeface="Microsoft YaHei"/>
              </a:rPr>
              <a:t>候选模型预测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predicted_survived</a:t>
            </a:r>
            <a:r>
              <a:rPr dirty="0">
                <a:solidFill>
                  <a:srgbClr val="232323"/>
                </a:solidFill>
                <a:latin typeface="Microsoft YaHei"/>
              </a:rPr>
              <a:t> =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246120"/>
            <a:ext cx="5303520" cy="210312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55080" y="3246120"/>
            <a:ext cx="5303520" cy="109728"/>
          </a:xfrm>
          <a:prstGeom prst="rect">
            <a:avLst/>
          </a:prstGeom>
          <a:solidFill>
            <a:srgbClr val="2D7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85560" y="3400625"/>
            <a:ext cx="530352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 err="1">
                <a:solidFill>
                  <a:srgbClr val="232323"/>
                </a:solidFill>
                <a:latin typeface="Arial"/>
              </a:rPr>
              <a:t>输出落点</a:t>
            </a:r>
            <a:endParaRPr sz="24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evaluate()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计算</a:t>
            </a:r>
            <a:r>
              <a:rPr dirty="0">
                <a:solidFill>
                  <a:srgbClr val="232323"/>
                </a:solidFill>
                <a:latin typeface="Microsoft YaHei"/>
              </a:rPr>
              <a:t> accuracy、precision、recall、F1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和混淆矩阵</a:t>
            </a:r>
            <a:endParaRPr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dirty="0" err="1">
                <a:solidFill>
                  <a:srgbClr val="232323"/>
                </a:solidFill>
                <a:latin typeface="Microsoft YaHei"/>
              </a:rPr>
              <a:t>metrics.json</a:t>
            </a:r>
            <a:r>
              <a:rPr dirty="0">
                <a:solidFill>
                  <a:srgbClr val="232323"/>
                </a:solidFill>
                <a:latin typeface="Microsoft YaHei"/>
              </a:rPr>
              <a:t>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保存全部指标</a:t>
            </a:r>
            <a:endParaRPr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dirty="0">
                <a:solidFill>
                  <a:srgbClr val="232323"/>
                </a:solidFill>
                <a:latin typeface="Microsoft YaHei"/>
              </a:rPr>
              <a:t>errors.csv </a:t>
            </a:r>
            <a:r>
              <a:rPr dirty="0" err="1">
                <a:solidFill>
                  <a:srgbClr val="232323"/>
                </a:solidFill>
                <a:latin typeface="Microsoft YaHei"/>
              </a:rPr>
              <a:t>保存测试集错分乘客记录</a:t>
            </a:r>
            <a:endParaRPr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2. 为什么这个基线足够简单</a:t>
            </a:r>
          </a:p>
          <a:p>
            <a:r>
              <a:rPr sz="1200">
                <a:solidFill>
                  <a:srgbClr val="5A5A5A"/>
                </a:solidFill>
                <a:latin typeface="Microsoft YaHei"/>
              </a:rPr>
              <a:t>DummyClassifier(strategy="most_frequent")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5486400" cy="448056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486400" cy="109728"/>
          </a:xfrm>
          <a:prstGeom prst="rect">
            <a:avLst/>
          </a:prstGeom>
          <a:solidFill>
            <a:srgbClr val="AA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197864"/>
            <a:ext cx="5047111" cy="3549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solidFill>
                  <a:srgbClr val="232323"/>
                </a:solidFill>
                <a:latin typeface="Arial"/>
              </a:rPr>
              <a:t>基线的性质</a:t>
            </a:r>
            <a:endParaRPr sz="2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它不看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Pclass、Sex、Age、SibSp、Parch、Fare、Embarked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它只统计训练集里哪个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Survived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类别最多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因为训练集中死亡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0 是 549，存活 1 是 342，所以它会始终猜 0</a:t>
            </a: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这就是最低比较标尺：如果候选模型连它都打不过，就没有价值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它还能暴露不平衡数据的陷阱：accuracy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不低，但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recall_survived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051560"/>
            <a:ext cx="5212080" cy="182880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21208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197864"/>
            <a:ext cx="4892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323"/>
                </a:solidFill>
                <a:latin typeface="Arial"/>
              </a:rPr>
              <a:t>基线在本次运行里的结果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accuracy = 0.6143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precision_survived = 0.0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recall_survived = 0.0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f1_survived = 0.0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246120"/>
            <a:ext cx="5212080" cy="214884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3246120"/>
            <a:ext cx="5212080" cy="109728"/>
          </a:xfrm>
          <a:prstGeom prst="rect">
            <a:avLst/>
          </a:prstGeom>
          <a:solidFill>
            <a:srgbClr val="2D7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3392424"/>
            <a:ext cx="48920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323"/>
                </a:solidFill>
                <a:latin typeface="Arial"/>
              </a:rPr>
              <a:t>一句话解释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它简单，因为完全不学习任何特征规律，只做多数类预测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它必要，因为给候选模型提供一个可复查的下限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它让我们知道：不能只看 accuracy，要看更贴近使用者的错误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3. 一个指标怎样计算、为什么与使用者有关</a:t>
            </a:r>
          </a:p>
          <a:p>
            <a:r>
              <a:rPr sz="1200">
                <a:solidFill>
                  <a:srgbClr val="5A5A5A"/>
                </a:solidFill>
                <a:latin typeface="Microsoft YaHei"/>
              </a:rPr>
              <a:t>示例指标：recall_survived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05840"/>
            <a:ext cx="5486400" cy="448056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548640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152144"/>
            <a:ext cx="5212079" cy="3426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 err="1">
                <a:solidFill>
                  <a:srgbClr val="232323"/>
                </a:solidFill>
                <a:latin typeface="Arial"/>
              </a:rPr>
              <a:t>计算方式</a:t>
            </a:r>
            <a:endParaRPr sz="32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2400" dirty="0" err="1">
                <a:solidFill>
                  <a:srgbClr val="232323"/>
                </a:solidFill>
                <a:latin typeface="Microsoft YaHei"/>
              </a:rPr>
              <a:t>recall_survived</a:t>
            </a:r>
            <a:r>
              <a:rPr sz="2400" dirty="0">
                <a:solidFill>
                  <a:srgbClr val="232323"/>
                </a:solidFill>
                <a:latin typeface="Microsoft YaHei"/>
              </a:rPr>
              <a:t> = TP / (TP + FN)</a:t>
            </a:r>
          </a:p>
          <a:p>
            <a:pPr>
              <a:spcAft>
                <a:spcPts val="500"/>
              </a:spcAft>
            </a:pPr>
            <a:r>
              <a:rPr sz="2400" dirty="0" err="1">
                <a:solidFill>
                  <a:srgbClr val="232323"/>
                </a:solidFill>
                <a:latin typeface="Microsoft YaHei"/>
              </a:rPr>
              <a:t>TP：真实存活，预测存活</a:t>
            </a:r>
            <a:endParaRPr sz="2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400" dirty="0" err="1">
                <a:solidFill>
                  <a:srgbClr val="232323"/>
                </a:solidFill>
                <a:latin typeface="Microsoft YaHei"/>
              </a:rPr>
              <a:t>FN：真实存活，预测死亡</a:t>
            </a:r>
            <a:endParaRPr sz="2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400" dirty="0" err="1">
                <a:solidFill>
                  <a:srgbClr val="232323"/>
                </a:solidFill>
                <a:latin typeface="Microsoft YaHei"/>
              </a:rPr>
              <a:t>在本次结果里，候选模型</a:t>
            </a:r>
            <a:r>
              <a:rPr sz="24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400" dirty="0" err="1">
                <a:solidFill>
                  <a:srgbClr val="232323"/>
                </a:solidFill>
                <a:latin typeface="Microsoft YaHei"/>
              </a:rPr>
              <a:t>recall_survived</a:t>
            </a:r>
            <a:r>
              <a:rPr sz="2400" dirty="0">
                <a:solidFill>
                  <a:srgbClr val="232323"/>
                </a:solidFill>
                <a:latin typeface="Microsoft YaHei"/>
              </a:rPr>
              <a:t> = 0.6395</a:t>
            </a:r>
          </a:p>
          <a:p>
            <a:pPr>
              <a:spcAft>
                <a:spcPts val="500"/>
              </a:spcAft>
            </a:pPr>
            <a:r>
              <a:rPr sz="2400" dirty="0" err="1">
                <a:solidFill>
                  <a:srgbClr val="232323"/>
                </a:solidFill>
                <a:latin typeface="Microsoft YaHei"/>
              </a:rPr>
              <a:t>含义：真实幸存者里，大约</a:t>
            </a:r>
            <a:r>
              <a:rPr sz="2400" dirty="0">
                <a:solidFill>
                  <a:srgbClr val="232323"/>
                </a:solidFill>
                <a:latin typeface="Microsoft YaHei"/>
              </a:rPr>
              <a:t> 63.95% </a:t>
            </a:r>
            <a:r>
              <a:rPr sz="2400" dirty="0" err="1">
                <a:solidFill>
                  <a:srgbClr val="232323"/>
                </a:solidFill>
                <a:latin typeface="Microsoft YaHei"/>
              </a:rPr>
              <a:t>被模型识别出来</a:t>
            </a:r>
            <a:endParaRPr sz="24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0" y="1005840"/>
            <a:ext cx="5212080" cy="448056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005840"/>
            <a:ext cx="5212080" cy="109728"/>
          </a:xfrm>
          <a:prstGeom prst="rect">
            <a:avLst/>
          </a:prstGeom>
          <a:solidFill>
            <a:srgbClr val="AA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152144"/>
            <a:ext cx="4876801" cy="3549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solidFill>
                  <a:srgbClr val="232323"/>
                </a:solidFill>
                <a:latin typeface="Arial"/>
              </a:rPr>
              <a:t>为什么这和使用者有关</a:t>
            </a:r>
            <a:endParaRPr sz="2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博物馆教育团队更怕漏掉真实幸存者（FN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）</a:t>
            </a: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因为漏掉会扭曲历史统计和解释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所以他们会更关注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recall_survived，而不只是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accuracy</a:t>
            </a: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如果换成资源分配场景，precision_survived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可能更重要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不同使用者，指标优先级不同，没有万能指标</a:t>
            </a:r>
            <a:endParaRPr sz="20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4. 一个失败案例和下一项检查是什么？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5577840" cy="219456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5577840" cy="109728"/>
          </a:xfrm>
          <a:prstGeom prst="rect">
            <a:avLst/>
          </a:prstGeom>
          <a:solidFill>
            <a:srgbClr val="AA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97864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dirty="0" err="1">
                <a:solidFill>
                  <a:srgbClr val="232323"/>
                </a:solidFill>
                <a:latin typeface="Arial"/>
              </a:rPr>
              <a:t>真实失败案例</a:t>
            </a:r>
            <a:endParaRPr sz="1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source_row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501 / </a:t>
            </a:r>
            <a:r>
              <a:rPr sz="1400" dirty="0" err="1">
                <a:solidFill>
                  <a:srgbClr val="232323"/>
                </a:solidFill>
                <a:latin typeface="Microsoft YaHei"/>
              </a:rPr>
              <a:t>PassengerId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502 / Canavan, Miss. Mary</a:t>
            </a: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真实值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1400" dirty="0" err="1">
                <a:solidFill>
                  <a:srgbClr val="232323"/>
                </a:solidFill>
                <a:latin typeface="Microsoft YaHei"/>
              </a:rPr>
              <a:t>true_survived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= 0</a:t>
            </a: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候选模型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1400" dirty="0" err="1">
                <a:solidFill>
                  <a:srgbClr val="232323"/>
                </a:solidFill>
                <a:latin typeface="Microsoft YaHei"/>
              </a:rPr>
              <a:t>predicted_survived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= 1（假阳性）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051560"/>
            <a:ext cx="5257800" cy="219456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55080" y="1051560"/>
            <a:ext cx="525780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197864"/>
            <a:ext cx="49377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32323"/>
                </a:solidFill>
                <a:latin typeface="Arial"/>
              </a:rPr>
              <a:t>这能说明什么 / 不能说明什么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能说明：模型在某些第三舱样本上仍会误判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不能说明：性别、舱位或票价“导致”生存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32323"/>
                </a:solidFill>
                <a:latin typeface="Microsoft YaHei"/>
              </a:rPr>
              <a:t>也不能用一个样本代表全部乘客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11064240" cy="169164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3429000"/>
            <a:ext cx="11064240" cy="109728"/>
          </a:xfrm>
          <a:prstGeom prst="rect">
            <a:avLst/>
          </a:prstGeom>
          <a:solidFill>
            <a:srgbClr val="2D7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575304"/>
            <a:ext cx="1074420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dirty="0" err="1">
                <a:solidFill>
                  <a:srgbClr val="232323"/>
                </a:solidFill>
                <a:latin typeface="Arial"/>
              </a:rPr>
              <a:t>下一项检查</a:t>
            </a:r>
            <a:endParaRPr sz="1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继续打开更多错分样本，看看错误是否集中在某些特征组合上</a:t>
            </a:r>
            <a:endParaRPr sz="1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然后把结论写回</a:t>
            </a:r>
            <a:r>
              <a:rPr sz="1400" dirty="0">
                <a:solidFill>
                  <a:srgbClr val="232323"/>
                </a:solidFill>
                <a:latin typeface="Microsoft YaHei"/>
              </a:rPr>
              <a:t> report.md 和 </a:t>
            </a:r>
            <a:r>
              <a:rPr sz="1400" dirty="0" err="1">
                <a:solidFill>
                  <a:srgbClr val="232323"/>
                </a:solidFill>
                <a:latin typeface="Microsoft YaHei"/>
              </a:rPr>
              <a:t>PPT，保证报告、PPT、代码一致</a:t>
            </a:r>
            <a:endParaRPr sz="14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1400" dirty="0" err="1">
                <a:solidFill>
                  <a:srgbClr val="232323"/>
                </a:solidFill>
                <a:latin typeface="Microsoft YaHei"/>
              </a:rPr>
              <a:t>答辩时要能说清楚：智能体建议了什么，学生自己怎样核对</a:t>
            </a:r>
            <a:endParaRPr sz="14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32323"/>
                </a:solidFill>
                <a:latin typeface="Arial"/>
              </a:rPr>
              <a:t>5. 智能体建议了什么，学生如何验证？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24128"/>
            <a:ext cx="5532120" cy="457200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5532120" cy="109728"/>
          </a:xfrm>
          <a:prstGeom prst="rect">
            <a:avLst/>
          </a:prstGeom>
          <a:solidFill>
            <a:srgbClr val="284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8689" y="1170432"/>
            <a:ext cx="4587712" cy="256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solidFill>
                  <a:srgbClr val="232323"/>
                </a:solidFill>
                <a:latin typeface="Arial"/>
              </a:rPr>
              <a:t>智能体建议</a:t>
            </a:r>
            <a:endParaRPr sz="2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建议在现有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preprocessor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后加入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RandomForestClassifier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保持固定随机种子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random_state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=42，n_estimators=200</a:t>
            </a: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保留多数类基线作为对照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 err="1">
                <a:solidFill>
                  <a:srgbClr val="232323"/>
                </a:solidFill>
                <a:latin typeface="Microsoft YaHei"/>
              </a:rPr>
              <a:t>这只是待检验假设，不是直接结论</a:t>
            </a:r>
            <a:endParaRPr sz="20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0" y="1024128"/>
            <a:ext cx="5212080" cy="4572000"/>
          </a:xfrm>
          <a:prstGeom prst="roundRect">
            <a:avLst/>
          </a:prstGeom>
          <a:solidFill>
            <a:srgbClr val="F5F6F8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024128"/>
            <a:ext cx="5212080" cy="109728"/>
          </a:xfrm>
          <a:prstGeom prst="rect">
            <a:avLst/>
          </a:prstGeom>
          <a:solidFill>
            <a:srgbClr val="2D7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30738" y="1202523"/>
            <a:ext cx="4562573" cy="4473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solidFill>
                  <a:srgbClr val="232323"/>
                </a:solidFill>
                <a:latin typeface="Arial"/>
              </a:rPr>
              <a:t>学生如何验证</a:t>
            </a:r>
            <a:endParaRPr sz="2800" b="1" dirty="0">
              <a:solidFill>
                <a:srgbClr val="232323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2000" dirty="0">
                <a:solidFill>
                  <a:srgbClr val="232323"/>
                </a:solidFill>
                <a:latin typeface="Microsoft YaHei"/>
              </a:rPr>
              <a:t>1)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打开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train.py，确认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build_candidate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()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真的用了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RandomForestClassifier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>
                <a:solidFill>
                  <a:srgbClr val="232323"/>
                </a:solidFill>
                <a:latin typeface="Microsoft YaHei"/>
              </a:rPr>
              <a:t>2)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运行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python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train.py，确认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metrics.json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和 errors.csv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生成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>
                <a:solidFill>
                  <a:srgbClr val="232323"/>
                </a:solidFill>
                <a:latin typeface="Microsoft YaHei"/>
              </a:rPr>
              <a:t>3)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打开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metrics.json，比对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baseline 和 candidate 的 accuracy / recall / F1</a:t>
            </a:r>
          </a:p>
          <a:p>
            <a:pPr>
              <a:spcAft>
                <a:spcPts val="500"/>
              </a:spcAft>
            </a:pPr>
            <a:r>
              <a:rPr sz="2000" dirty="0">
                <a:solidFill>
                  <a:srgbClr val="232323"/>
                </a:solidFill>
                <a:latin typeface="Microsoft YaHei"/>
              </a:rPr>
              <a:t>4)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打开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errors.csv，确认确实存在真实错分样本</a:t>
            </a:r>
            <a:endParaRPr sz="2000" dirty="0">
              <a:solidFill>
                <a:srgbClr val="232323"/>
              </a:solidFill>
              <a:latin typeface="Microsoft YaHei"/>
            </a:endParaRPr>
          </a:p>
          <a:p>
            <a:pPr>
              <a:spcAft>
                <a:spcPts val="500"/>
              </a:spcAft>
            </a:pPr>
            <a:r>
              <a:rPr sz="2000" dirty="0">
                <a:solidFill>
                  <a:srgbClr val="232323"/>
                </a:solidFill>
                <a:latin typeface="Microsoft YaHei"/>
              </a:rPr>
              <a:t>5)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如果把模型改回</a:t>
            </a:r>
            <a:r>
              <a:rPr sz="2000" dirty="0">
                <a:solidFill>
                  <a:srgbClr val="232323"/>
                </a:solidFill>
                <a:latin typeface="Microsoft YaHei"/>
              </a:rPr>
              <a:t> </a:t>
            </a:r>
            <a:r>
              <a:rPr sz="2000" dirty="0" err="1">
                <a:solidFill>
                  <a:srgbClr val="232323"/>
                </a:solidFill>
                <a:latin typeface="Microsoft YaHei"/>
              </a:rPr>
              <a:t>Dummy，候选指标会下降，用来反向证明输出来自代码</a:t>
            </a:r>
            <a:endParaRPr sz="2000" dirty="0">
              <a:solidFill>
                <a:srgbClr val="232323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Microsoft YaHei"/>
              </a:rPr>
              <a:t>D1 · Titanic 分类实验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573</Words>
  <Application>Microsoft Office PowerPoint</Application>
  <PresentationFormat>宽屏</PresentationFormat>
  <Paragraphs>91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15629378686@163.com</cp:lastModifiedBy>
  <cp:revision>2</cp:revision>
  <dcterms:created xsi:type="dcterms:W3CDTF">2013-01-27T09:14:16Z</dcterms:created>
  <dcterms:modified xsi:type="dcterms:W3CDTF">2026-08-17T05:45:09Z</dcterms:modified>
  <cp:category/>
</cp:coreProperties>
</file>